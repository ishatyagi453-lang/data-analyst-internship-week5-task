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9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3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5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5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5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4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7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856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70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0960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1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6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Stock Price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Using Python</a:t>
            </a:r>
          </a:p>
          <a:p>
            <a:r>
              <a:t>Isha Tyagi</a:t>
            </a:r>
          </a:p>
          <a:p>
            <a:r>
              <a:t>AnalystLab Africa Internship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Analyze Apple stock prices (2020–2024)</a:t>
            </a:r>
          </a:p>
          <a:p>
            <a:pPr marL="0" indent="0">
              <a:buNone/>
              <a:defRPr sz="2200"/>
            </a:pPr>
            <a:r>
              <a:rPr dirty="0"/>
              <a:t>• Understand stock trends</a:t>
            </a:r>
          </a:p>
          <a:p>
            <a:pPr marL="0" indent="0">
              <a:buNone/>
              <a:defRPr sz="2200"/>
            </a:pPr>
            <a:r>
              <a:rPr dirty="0"/>
              <a:t>• Calculate returns and moving averages</a:t>
            </a:r>
          </a:p>
          <a:p>
            <a:pPr marL="0" indent="0">
              <a:buNone/>
              <a:defRPr sz="2200"/>
            </a:pPr>
            <a:r>
              <a:rPr dirty="0"/>
              <a:t>• Visualize stock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Source: Yahoo Finance (</a:t>
            </a:r>
            <a:r>
              <a:rPr dirty="0" err="1"/>
              <a:t>yFinance</a:t>
            </a:r>
            <a:r>
              <a:rPr dirty="0"/>
              <a:t>)</a:t>
            </a:r>
          </a:p>
          <a:p>
            <a:pPr>
              <a:defRPr sz="2200"/>
            </a:pPr>
            <a:r>
              <a:rPr dirty="0"/>
              <a:t>Ticker: </a:t>
            </a:r>
            <a:r>
              <a:rPr dirty="0" err="1"/>
              <a:t>AAPL</a:t>
            </a:r>
            <a:endParaRPr dirty="0"/>
          </a:p>
          <a:p>
            <a:pPr>
              <a:defRPr sz="2200"/>
            </a:pPr>
            <a:r>
              <a:rPr dirty="0"/>
              <a:t>Columns: Date, Open, High, Low, Close, Volume</a:t>
            </a:r>
          </a:p>
          <a:p>
            <a:pPr>
              <a:defRPr sz="2200"/>
            </a:pPr>
            <a:r>
              <a:rPr dirty="0"/>
              <a:t>Period: Jan 2020 – Jan </a:t>
            </a:r>
            <a:r>
              <a:rPr dirty="0" smtClean="0"/>
              <a:t>2025</a:t>
            </a:r>
            <a:endParaRPr lang="en-US" dirty="0" smtClean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Checked dataset shape</a:t>
            </a:r>
          </a:p>
          <a:p>
            <a:pPr marL="0" indent="0">
              <a:buNone/>
              <a:defRPr sz="2200"/>
            </a:pPr>
            <a:r>
              <a:rPr dirty="0"/>
              <a:t>• Checked data types</a:t>
            </a:r>
          </a:p>
          <a:p>
            <a:pPr marL="0" indent="0">
              <a:buNone/>
              <a:defRPr sz="2200"/>
            </a:pPr>
            <a:r>
              <a:rPr dirty="0"/>
              <a:t>• Found missing values</a:t>
            </a:r>
          </a:p>
          <a:p>
            <a:pPr marL="0" indent="0">
              <a:buNone/>
              <a:defRPr sz="2200"/>
            </a:pPr>
            <a:r>
              <a:rPr dirty="0"/>
              <a:t>• Summary </a:t>
            </a:r>
            <a:r>
              <a:rPr dirty="0" smtClean="0"/>
              <a:t>statistics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7-Day Moving Average (</a:t>
            </a:r>
            <a:r>
              <a:rPr dirty="0" err="1"/>
              <a:t>MA7</a:t>
            </a:r>
            <a:r>
              <a:rPr dirty="0"/>
              <a:t>)</a:t>
            </a:r>
          </a:p>
          <a:p>
            <a:pPr marL="0" indent="0">
              <a:buNone/>
              <a:defRPr sz="2200"/>
            </a:pPr>
            <a:r>
              <a:rPr dirty="0"/>
              <a:t>• 30-Day Moving Average (</a:t>
            </a:r>
            <a:r>
              <a:rPr dirty="0" err="1"/>
              <a:t>MA30</a:t>
            </a:r>
            <a:r>
              <a:rPr dirty="0"/>
              <a:t>)</a:t>
            </a:r>
          </a:p>
          <a:p>
            <a:pPr marL="0" indent="0">
              <a:buNone/>
              <a:defRPr sz="2200"/>
            </a:pPr>
            <a:r>
              <a:rPr dirty="0"/>
              <a:t>• Daily Change</a:t>
            </a:r>
          </a:p>
          <a:p>
            <a:pPr marL="0" indent="0">
              <a:buNone/>
              <a:defRPr sz="2200"/>
            </a:pPr>
            <a:r>
              <a:rPr dirty="0"/>
              <a:t>• Daily Return</a:t>
            </a:r>
          </a:p>
          <a:p>
            <a:pPr marL="0" indent="0">
              <a:buNone/>
              <a:defRPr sz="2200"/>
            </a:pPr>
            <a:r>
              <a:rPr dirty="0"/>
              <a:t>• Monthly Average </a:t>
            </a:r>
            <a:r>
              <a:rPr dirty="0" smtClean="0"/>
              <a:t>Close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Closing Price </a:t>
            </a:r>
            <a:r>
              <a:rPr dirty="0" smtClean="0"/>
              <a:t>Trend</a:t>
            </a:r>
          </a:p>
          <a:p>
            <a:pPr marL="0" indent="0">
              <a:buNone/>
              <a:defRPr sz="2200"/>
            </a:pPr>
            <a:r>
              <a:rPr dirty="0" smtClean="0"/>
              <a:t>• Trading Volume</a:t>
            </a:r>
          </a:p>
          <a:p>
            <a:pPr marL="0" indent="0">
              <a:buNone/>
              <a:defRPr sz="2200"/>
            </a:pPr>
            <a:r>
              <a:rPr dirty="0" smtClean="0"/>
              <a:t>• </a:t>
            </a:r>
            <a:r>
              <a:rPr lang="en-US" dirty="0" smtClean="0"/>
              <a:t> closing price with </a:t>
            </a:r>
            <a:r>
              <a:rPr lang="en-US" dirty="0"/>
              <a:t>m</a:t>
            </a:r>
            <a:r>
              <a:rPr dirty="0" smtClean="0"/>
              <a:t>oving </a:t>
            </a:r>
            <a:r>
              <a:rPr dirty="0"/>
              <a:t>Averages</a:t>
            </a:r>
          </a:p>
          <a:p>
            <a:pPr marL="0" indent="0">
              <a:buNone/>
              <a:defRPr sz="2200"/>
            </a:pPr>
            <a:r>
              <a:rPr dirty="0"/>
              <a:t>• Daily Return</a:t>
            </a:r>
          </a:p>
          <a:p>
            <a:pPr marL="0" indent="0">
              <a:buNone/>
              <a:defRPr sz="2200"/>
            </a:pPr>
            <a:r>
              <a:rPr dirty="0"/>
              <a:t>• Monthly Average </a:t>
            </a:r>
            <a:r>
              <a:rPr dirty="0" smtClean="0"/>
              <a:t>Clos</a:t>
            </a:r>
            <a:r>
              <a:rPr lang="en-US" dirty="0" smtClean="0"/>
              <a:t>ing price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2" y="3961198"/>
            <a:ext cx="4573238" cy="25491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830" y="1072901"/>
            <a:ext cx="4057578" cy="22132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0" y="4084388"/>
            <a:ext cx="4398245" cy="2387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Apple stock showed overall growth.</a:t>
            </a:r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MA7</a:t>
            </a:r>
            <a:r>
              <a:rPr dirty="0"/>
              <a:t> follows short-term trend.</a:t>
            </a:r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MA30</a:t>
            </a:r>
            <a:r>
              <a:rPr dirty="0"/>
              <a:t> shows long-term trend.</a:t>
            </a:r>
          </a:p>
          <a:p>
            <a:pPr marL="0" indent="0">
              <a:buNone/>
              <a:defRPr sz="2200"/>
            </a:pPr>
            <a:r>
              <a:rPr dirty="0"/>
              <a:t>• Trading volume changed over time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Python</a:t>
            </a:r>
          </a:p>
          <a:p>
            <a:pPr marL="0" indent="0">
              <a:buNone/>
              <a:defRPr sz="2200"/>
            </a:pPr>
            <a:r>
              <a:rPr dirty="0"/>
              <a:t>• Pandas</a:t>
            </a:r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NumPy</a:t>
            </a: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Matplotlib</a:t>
            </a: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yFinance</a:t>
            </a: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Jupyter</a:t>
            </a:r>
            <a:r>
              <a:rPr dirty="0"/>
              <a:t> Notebook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Apple stock performed well over the long term.</a:t>
            </a:r>
          </a:p>
          <a:p>
            <a:pPr>
              <a:defRPr sz="2200"/>
            </a:pPr>
            <a:r>
              <a:t>Python helped analyze trends, returns, and volatility.</a:t>
            </a:r>
          </a:p>
          <a:p>
            <a:pPr>
              <a:defRPr sz="2200"/>
            </a:pPr>
            <a:r>
              <a:t>This project improved financial data analysis skills.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208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Apple Stock Price Analysis</vt:lpstr>
      <vt:lpstr>Project Objective</vt:lpstr>
      <vt:lpstr>Dataset</vt:lpstr>
      <vt:lpstr>Exploratory Data Analysis (EDA)</vt:lpstr>
      <vt:lpstr>Feature Engineering</vt:lpstr>
      <vt:lpstr>Visualizations</vt:lpstr>
      <vt:lpstr>Key Insights</vt:lpstr>
      <vt:lpstr>Tools Used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Stock Price Analysis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2026-07-16T06:42:04Z</dcterms:modified>
  <cp:category/>
</cp:coreProperties>
</file>